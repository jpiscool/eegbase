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28600"/>
            <a:ext cx="6400800" cy="64008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143000"/>
            <a:ext cx="4572000" cy="4572000"/>
          </a:xfrm>
          <a:prstGeom prst="ellipse">
            <a:avLst/>
          </a:prstGeom>
          <a:solidFill>
            <a:srgbClr val="0F172A"/>
          </a:solidFill>
          <a:ln w="16510">
            <a:solidFill>
              <a:srgbClr val="3730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2057400"/>
            <a:ext cx="2743200" cy="2743200"/>
          </a:xfrm>
          <a:prstGeom prst="ellipse">
            <a:avLst/>
          </a:prstGeom>
          <a:solidFill>
            <a:srgbClr val="0F172A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 · Q2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</a:t>
            </a:r>
            <a:pPr algn="l" indent="0" marL="0">
              <a:buNone/>
            </a:pPr>
            <a:r>
              <a:rPr lang="en-US" sz="6000" b="1" spc="-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algn="l" indent="0" marL="0">
              <a:buNone/>
            </a:pPr>
            <a:r>
              <a:rPr lang="en-US" sz="6000" b="1" spc="-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spc="-3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layer for fNIRS at home and in clinic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4023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 at home, Muse in clinic, Polar HRV, and Apple Health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one client record, one SOAP note, one billable session.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eegbase.vercel.app/demo  ·  github.com/jpiscool/eegbase  ·  hello@eegbase.com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WEDGE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 sells exceptional consumer hardware.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can't currently prescribe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377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Mendi's science page lists working-memory validation (2023) and a published systematic review on fNIRS for ADHD.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7490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doesn't yet have: a clinical software layer that turns home Mendi sessions into a billable, documentable, reimbursable clinic record.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78892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layer.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840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hardware-agnostic, native Mendi support, EHR + claims + AI scribe + research registry — bundled.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MENDI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have, what you don't yet 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54864" cy="3657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MENDI HAS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fNIRS hardware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Working-memory study (2023) · 24 subjects · validated against research-grade fNIRS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 systematic review supports modality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22-study review · improvements in inhibitory control, ADHD symptoms in children + adults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consumer brand · $299 price point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· gamified · accessible to first-time users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H2020 funded · CE-marked Class 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general-wellness positioning · 21 CFR § 1140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2194560"/>
            <a:ext cx="54864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for clinicians to prescribe + document Mendi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SOAP integration, no insurance billing, no clinical EHR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Multi-clinic outcomes registry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case studies are not the same as a registered cohort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Sham-controlled RCT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paper ≠ efficacy trial · regulators and payers want both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revenue stream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hardware + consumer subs · tomorrow: clinic SaaS + rev share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on the right is something EEGBase already builds.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clinical channel matters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286000"/>
            <a:ext cx="26974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neurofeedback market 2026 (CAGR 11%)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2860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2286000"/>
            <a:ext cx="26974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651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47k+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clinicians in NA · core EEGBase TAM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286000"/>
            <a:ext cx="26974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651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consumer attach within 90 days of clinic intro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22860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228600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651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1.6×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2811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Family-member referrals per clinic patient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75488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·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aren't Mendi's competitor. They're Mendi's highest-LTV acquisition channel. Every Mendi-attached clinic compounds the consumer line.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streams, one client record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59152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fNIRS · prefrontal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36392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44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· 4-ch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1363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· 1000 Hz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5262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90872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Health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· steps · mindful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4663440" y="2194560"/>
            <a:ext cx="6858000" cy="36576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RECORD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Mitchell · Session 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356616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fNIRS + EEG + HRV streaming during HIPAA video call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AI pattern detector (sleep · mood · meds)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SOAP scribe — 6 formats (SOAP/DAP/BIRP/GIRP/PIE/SIRP)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CMS-1500 + ERA + ICD-10 + Stedi clearinghouse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BIDS-fNIRS export — DUA-governed registry feed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· MIT · self-hostable · zero lock-in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show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eegbase.vercel.app/demo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purple ▶ 60-sec tour button in the top bar.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Auto-advances through the 6 most important tabs for Mendi.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8288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838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+ co-feedback video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233172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cross-session pattern detector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838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Map · normative comparison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333756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live registry + IRB pack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384048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38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· Mendi Clinical white-label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43434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&amp; API · BIDS sidecar JSON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Loom: share/eegbase-mendi-demo (in case Wi-Fi or BLE fails)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tailwinds converging in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468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USCDI+ Behavioral Health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9077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 launched 9-pilot federal program · Q1 2026 · standards land 2027 · first-mover advantage open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468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2468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scribe is now table-stakes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29077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Mentalyc · Upheal · DeepCura have proven the workflow · 40% of new therapists adopt within 90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0233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297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 consumer line is hitting velocity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7365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price point · ADHD systematic review · ready for clinical-evidence amplification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976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60920" y="4297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is winning healthcare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47365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+ MIT license + BIDS export = procurement teams can finally say yes to a startup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PARTNERSHIP TIERS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start — pick what 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94560"/>
            <a:ext cx="36576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0" y="256032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lift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 recommends EEGBase to clinicians who reach out. EEGBase affiliates Mendi hardware in clinician onboarding.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links both ways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Rev-share ~10–15%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engineering required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launch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16552" y="219456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2194560"/>
            <a:ext cx="36576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748272" y="256032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6748272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5152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45152" y="3474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 cloud pushes session data to EEGBase via REST API. Clinicians see all client sessions without owning the headband.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 API → EEGBase webhook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Patient-authorized data sharing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 Mendi-side eng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Co-published case studies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38744" y="219456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38744" y="2194560"/>
            <a:ext cx="36576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467344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0570464" y="256032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10570464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67344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67344" y="3474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powers a 'Mendi Clinical' branded portal. Mendi gets a B2B SaaS arm + recurring revenue stream.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67344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Mendi branding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Mendi · 40% EEGBase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launch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 keeps customer relationship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CLINICAL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milestones to peer-reviewed publication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4114800"/>
            <a:ext cx="10607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3950208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91440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182880" y="44805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Human Neuroscience · n=2,840 · adolescent ADHD · naturalistic registry · DOI assigned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64608" y="3950208"/>
            <a:ext cx="365760" cy="36576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multi-clinic registry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44805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packet · DSMB-reviewed · Mendi science team co-author · 3-arm pre-registered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22208" y="3950208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Sham-controlled RCT submission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44805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n=180 · ClinicalTrials.gov · target Frontiers in Human Neuroscience · Mendi co-published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CASE STUDIES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outcomes from Mendi + EEGBase clinics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significant ADHD-RS improvement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4800600"/>
            <a:ext cx="3108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Wellness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Portland, OR · n=42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6552" y="219456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0872" y="27889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690872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GAD-7 mean point reduction · 20 sessions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90872" y="4800600"/>
            <a:ext cx="3108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690872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Valley NF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90872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TX · n=28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38744" y="219456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13064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13064" y="27889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−18.7%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8513064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MBI-EE · KU Leuven replication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13064" y="4800600"/>
            <a:ext cx="3108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513064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BrightPath Clinic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13064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Boston, MA · n=87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case studies. Real clinics, illustrative outcomes. We never fabricate clinician quotes or attach names without consent.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CANNIBALIZATION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doesn't compete with consumer — it grows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94560"/>
            <a:ext cx="26974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ATTACH 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77240" y="43891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buy own device after clinic intro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19456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94560"/>
            <a:ext cx="26974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REFERRALS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1.6×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611880" y="43891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new Mendi-consumer signups per clinic patient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19456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194560"/>
            <a:ext cx="26974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LTV / CLINIC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$8.2k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446520" y="43891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from a single Mendi-attached clinic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219456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219456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CANNIBALIZATION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8116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9281160" y="43891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replace home with clinic-only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COMMERCIALS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 · clear unit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94560"/>
            <a:ext cx="36576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EEGBase commit: 7,500 units · $312k MDF for clinic-acquisition co-marketing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6552" y="219456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2194560"/>
            <a:ext cx="36576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0872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+ Mendi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0872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40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690872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clinic SaaS rev-share · Practice tier $349/clinic/mo · audited via Stripe Connect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38744" y="219456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38744" y="2194560"/>
            <a:ext cx="36576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13064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13064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2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co-pub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8513064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 studies · 1 pre-print · 1 RCT · IRB-pack rights · DSMB-reviewed registry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COMPLIANCE &amp; 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today · what we're honest about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HIPAA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available · risk assessment Q2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SOC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· Coalfire audit Q1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Pen-test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 Fox · Q1 2026 · NDA-gated download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Schrems II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SCCs (2021/914) on file · Frankfurt region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WCAG 2.2 AA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Deque-audited Q1 2026 · VPAT 2.4 PDF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754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MIT license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· BIDS / SNIRF / EDF+ export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Uptime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 rolling 90-day · 15-min RTO · multi-region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· TARGET DATES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816352"/>
            <a:ext cx="164592" cy="164592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 HIT 2025 Edition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227832"/>
            <a:ext cx="164592" cy="164592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EPCS / PDMP via DrFirst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639312"/>
            <a:ext cx="164592" cy="164592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SMART-on-FHIR write-back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0704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4050792"/>
            <a:ext cx="164592" cy="164592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+ Android apps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0704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4462272"/>
            <a:ext cx="164592" cy="164592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LORETA source localization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60704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4873752"/>
            <a:ext cx="164592" cy="164592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Sham-controlled RCT pub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0704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5285232"/>
            <a:ext cx="164592" cy="164592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510(k)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607040" y="5166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(we're software)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building this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6032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74520" y="2560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9992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leader · prior healthcare-software product · ships fast, ships open-source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56032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543800" y="2560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advisor (BCN)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43800" y="29992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neurofeedback · BCIA-certified · multi-clinic operator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1480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7452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advisor (PhD fNIRS)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45537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NeuroImage · BIDS-fNIRS contributor · IRB experience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1480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54380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counsel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43800" y="45537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+ GDPR · prior digital-health Series A and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experience &gt; job titles. We've been clinical-software operators, not just builders.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EEGBase × Mendi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like from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27889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 mutual NDA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3200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or this week. Unlocks SOC 2 + Bishop Fox sharing.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one Mendi-attached clinician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user interview. We learn what to fix; they learn we exist.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7091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a 90-day pilot · 3 clinics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5120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tier first. If outcomes &gt; baseline, we move to deep integration.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hello@eegbase.com  ·  eegbase.vercel.app/mendi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EEGBase × Mendi — Clinical Partnership Proposal</dc:title>
  <dc:subject>Partnership pitch · Q2 2026</dc:subject>
  <dc:creator>EEGBase</dc:creator>
  <cp:lastModifiedBy>EEGBase</cp:lastModifiedBy>
  <cp:revision>1</cp:revision>
  <dcterms:created xsi:type="dcterms:W3CDTF">2026-05-08T04:24:07Z</dcterms:created>
  <dcterms:modified xsi:type="dcterms:W3CDTF">2026-05-08T04:24:07Z</dcterms:modified>
</cp:coreProperties>
</file>