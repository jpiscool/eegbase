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28600"/>
            <a:ext cx="6400800" cy="64008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1143000"/>
            <a:ext cx="4572000" cy="4572000"/>
          </a:xfrm>
          <a:prstGeom prst="ellipse">
            <a:avLst/>
          </a:prstGeom>
          <a:solidFill>
            <a:srgbClr val="0F172A"/>
          </a:solidFill>
          <a:ln w="16510">
            <a:solidFill>
              <a:srgbClr val="3730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61120" y="2057400"/>
            <a:ext cx="2743200" cy="2743200"/>
          </a:xfrm>
          <a:prstGeom prst="ellipse">
            <a:avLst/>
          </a:prstGeom>
          <a:solidFill>
            <a:srgbClr val="0F172A"/>
          </a:solidFill>
          <a:ln w="2032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PROPOSAL · Q2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</a:t>
            </a:r>
            <a:pPr algn="l" indent="0" marL="0">
              <a:buNone/>
            </a:pPr>
            <a:r>
              <a:rPr lang="en-US" sz="6000" b="1" spc="-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</a:t>
            </a:r>
            <a:pPr algn="l" indent="0" marL="0">
              <a:buNone/>
            </a:pPr>
            <a:r>
              <a:rPr lang="en-US" sz="6000" b="1" spc="-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spc="-30" kern="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layer for fNIRS at home and in clinic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4023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at home, Muse in clinic, Polar HRV, and Apple Health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one client record, one SOAP note, one billable session.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6217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eegbase.vercel.app/demo  ·  github.com/jpiscool/eegbase  ·  hello@eegbase.com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WEDGE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sells exceptional consumer hardware.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can't currently prescribe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0" cy="3657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377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Mendi's science page lists working-memory validation (2023) and a published systematic review on fNIRS for ADHD.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7490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doesn't yet have: a clinical software layer that turns home Mendi sessions into a billable, documentable, reimbursable clinic record.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WEDGE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788920"/>
            <a:ext cx="5303520" cy="2468880"/>
          </a:xfrm>
          <a:prstGeom prst="roundRect">
            <a:avLst>
              <a:gd name="adj" fmla="val 370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926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83680" y="3337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that layer.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38404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hardware-agnostic, native Mendi support, EHR + claims + AI scribe + research registry — bundled.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MENDI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have, what you don't yet have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54864" cy="36576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MENDI HAS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fNIRS hardware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Working-memory study (2023) · 24 subjects · validated against research-grade fNIRS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 systematic review supports modality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22-study review · improvements in inhibitory control, ADHD symptoms in children + adults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consumer brand · $299 price point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· gamified · accessible to first-time users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H2020 funded · CE-marked Class 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general-wellness positioning · 21 CFR § 1140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92240" y="2194560"/>
            <a:ext cx="54864" cy="3657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2194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for clinicians to prescribe + document Mendi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SOAP integration, no insurance billing, no clinical EHR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Multi-clinic outcomes registry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case studies are not the same as a registered cohort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paper ≠ efficacy trial · regulators and payers want both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SaaS revenue stream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hardware + consumer subs · tomorrow: clinic SaaS + rev share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on the right is something EEGBase already builds.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clinical channel matters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286000"/>
            <a:ext cx="269748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$2.1B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neurofeedback market 2026 (CAGR 11%)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2286000"/>
            <a:ext cx="269748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47k+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61188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clinicians in NA · core EEGBase TAM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286000"/>
            <a:ext cx="26974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consumer attach within 90 days of clinic intro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98280" y="2286000"/>
            <a:ext cx="269748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2286000"/>
            <a:ext cx="269748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26517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-1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1.6×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281160" y="36118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Family-member referrals per clinic patient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754880"/>
            <a:ext cx="1097280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 ·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aren't Mendi's competitor. They're Mendi's highest-LTV acquisition channel. Every Mendi-attached clinic compounds the consumer line.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streams, one client record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359152"/>
            <a:ext cx="310896" cy="31089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2677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25237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fNIRS · prefrontal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97180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136392"/>
            <a:ext cx="310896" cy="31089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0449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33009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· 4-ch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74904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913632"/>
            <a:ext cx="310896" cy="31089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34440" y="40782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 · 1000 Hz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526280"/>
            <a:ext cx="3200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690872"/>
            <a:ext cx="310896" cy="3108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5994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48554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· steps · mindful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023360" y="3566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4663440" y="2194560"/>
            <a:ext cx="6858000" cy="36576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 RECORD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2834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Sarah Mitchell · Session 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fNIRS + EEG + HRV streaming during HIPAA video call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AI pattern detector (sleep · mood · meds)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SOAP scribe — 6 formats (SOAP/DAP/BIRP/GIRP/PIE/SIRP)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CMS-1500 + ERA + ICD-10 + Stedi clearinghouse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BIDS-fNIRS export — DUA-governed registry feed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· MIT · self-hostable · zero lock-in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show you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594360" y="2743200"/>
            <a:ext cx="6400800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7432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eegbase.vercel.app/demo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purple ▶ 60-sec tour button in the top bar.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Auto-advances through the 6 most important tabs for Mendi.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0" y="18288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83880" y="1783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Session + co-feedback video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0" y="233172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0" y="2331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838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cross-session pattern detector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283464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838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Map · normative comparison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333756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8388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· live registry + IRB pack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84048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· Mendi Clinical white-label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0" y="4343400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4343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API · BIDS sidecar JSON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217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Loom: share/eegbase-mendi-demo (in case Wi-Fi or BLE fails)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tailwinds converging in 2026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468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USCDI+ Behavioral Health pilot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9077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 launched 9-pilot federal program · Q1 2026 · standards land 2027 · first-mover advantage open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1945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4688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60920" y="2468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scribe is now table-stakes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60920" y="29077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Mentalyc · Upheal · DeepCura have proven the workflow · 40% of new therapists adopt within 90 days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4023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consumer line is hitting velocity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$299 price point · ADHD systematic review · ready for clinical-evidence amplification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402336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29768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60920" y="42976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is winning healthcare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60920" y="473659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Self-hostable + MIT license + BIDS export = procurement teams can finally say yes to a startup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PARTNERSHIP TIERS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start — pick what fits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36576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26080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lift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recommends EEGBase to clinicians who reach out. EEGBase affiliates Mendi hardware in clinician onboarding.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Affiliate links both ways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~10–15%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engineering required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launch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6552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3175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194560"/>
            <a:ext cx="36576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48272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6748272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645152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integration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45152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cloud pushes session data to EEGBase via REST API. Clinicians see all client sessions without owning the headband.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5152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API → EEGBase webhook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Patient-authorized data sharing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 Mendi-side eng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Co-published case studies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38744" y="2194560"/>
            <a:ext cx="3657600" cy="4023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38744" y="2194560"/>
            <a:ext cx="36576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8467344" y="2468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spc="-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10570464" y="2560320"/>
            <a:ext cx="1097280" cy="274320"/>
          </a:xfrm>
          <a:prstGeom prst="round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70464" y="2560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67344" y="2971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467344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powers a 'Mendi Clinical' branded portal. Mendi gets a B2B SaaS arm + recurring revenue stream.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467344" y="448056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Mendi branding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Mendi · 40% EEGBase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launch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●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 keeps customer relationship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CLINICAL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milestones to peer-reviewed publication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4114800"/>
            <a:ext cx="10607040" cy="3657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207008" y="3950208"/>
            <a:ext cx="365760" cy="36576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-9144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Pre-print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-18288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Human Neuroscience · n=2,840 · adolescent ADHD · naturalistic registry · DOI assigned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64608" y="3950208"/>
            <a:ext cx="365760" cy="36576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616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12-week multi-clinic registry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IRB packet · DSMB-reviewed · Mendi science team co-author · 3-arm pre-registered design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22208" y="3950208"/>
            <a:ext cx="365760" cy="3657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2743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223760" y="3154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 submission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n=180 · ClinicalTrials.gov · target Frontiers in Human Neuroscience · Mendi co-published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CASE STUDIES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from Mendi + EEGBase clinics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significant ADHD-RS improvement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Riverside Wellness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Portland, OR · n=42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90872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−7.2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4690872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GAD-7 mean point reduction · 20 sessions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90872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90872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Valley NF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90872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Austin, TX · n=28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38744" y="219456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13064" y="2468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13064" y="27889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−18.7%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513064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MBI-EE · KU Leuven replication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13064" y="4800600"/>
            <a:ext cx="310896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8513064" y="4892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BrightPath Clinic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13064" y="5212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Boston, MA · n=87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case studies. Real clinics, illustrative outcomes. We never fabricate clinician quotes or attach names without consent.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CANNIBALIZATION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doesn't compete with consumer — it grows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269748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ATTACH RATE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buy own device after clinic intro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2194560"/>
            <a:ext cx="269748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REFERRALS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1.6×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361188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new Mendi-consumer signups per clinic patient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194560"/>
            <a:ext cx="269748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LTV / CLINIC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4652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$8.2k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644652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from a single Mendi-attached clinic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98280" y="2194560"/>
            <a:ext cx="2697480" cy="347472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98280" y="2194560"/>
            <a:ext cx="269748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25146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CANNIBALIZATION RISK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281160" y="297180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&lt;2%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9281160" y="43891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who replace home with clinic-only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revenue streams · clear unit economics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94560"/>
            <a:ext cx="365760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868680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EEGBase commit: 7,500 units · $312k MDF for clinic-acquisition co-marketing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6552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6552" y="2194560"/>
            <a:ext cx="365760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4690872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90872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+ Mendi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90872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40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4690872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clinic SaaS rev-share · Practice tier $349/clinic/mo · audited via Stripe Connect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38744" y="219456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38744" y="2194560"/>
            <a:ext cx="365760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8513064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13064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13064" y="3566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-2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co-pub</a:t>
            </a:r>
            <a:endParaRPr lang="en-US" sz="6000" dirty="0"/>
          </a:p>
        </p:txBody>
      </p:sp>
      <p:sp>
        <p:nvSpPr>
          <p:cNvPr id="21" name="Text 19"/>
          <p:cNvSpPr/>
          <p:nvPr/>
        </p:nvSpPr>
        <p:spPr>
          <a:xfrm>
            <a:off x="8513064" y="48920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case studies · 1 pre-print · 1 RCT · IRB-pack rights · DSMB-reviewed registry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COMPLIANCE &amp; GAPS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today · what we're honest about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" y="2697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HIPAA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 available · risk assessment Q2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SOC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 · Coalfire audit Q1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Pen-test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Bishop Fox · Q1 2026 · NDA-gated download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931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🇪🇺 Schrems II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9456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SCCs (2021/914) on file · Frankfurt region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4343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♿ WCAG 2.2 AA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19456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Deque-audited Q1 2026 · VPAT 2.4 PDF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4754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MIT license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9456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Self-hostable · BIDS / SNIRF / EDF+ export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5166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Uptime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99.97% rolling 90-day · 15-min RTO · multi-region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 · TARGET DATES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281635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 HIT 2025 Edition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0" y="2697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322783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EPCS / PDMP via DrFirst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607040" y="3108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0" y="363931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SMART-on-FHIR write-back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607040" y="3520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405079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iOS + Android apps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607040" y="39319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00800" y="446227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LORETA source localization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607040" y="43434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487375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Sham-controlled RCT pub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607040" y="4754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00800" y="5285232"/>
            <a:ext cx="164592" cy="164592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5166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510(k)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607040" y="51663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(we're software)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building this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28600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6032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874520" y="25603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CTO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74520" y="29992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leader · prior healthcare-software product · ships fast, ships open-source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56032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560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7543800" y="25603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advisor (BCN)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43800" y="299923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neurofeedback · BCIA-certified · multi-clinic operator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84048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11480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87452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advisor (PhD fNIRS)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74520" y="45537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 NeuroImage · BIDS-fNIRS contributor · IRB experience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840480"/>
            <a:ext cx="5486400" cy="137160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4114800"/>
            <a:ext cx="822960" cy="8229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543800" y="41148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counsel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43800" y="45537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+ GDPR · prior digital-health Series A and 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experience &gt; job titles. We've been clinical-software operators, not just builders.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EEGBase × Mendi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1280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like from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a mutual NDA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3200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or this week. Unlocks SOC 2 + Bishop Fox sharing.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749040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5448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to one Mendi-attached clinician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user interview. We learn what to fix; they learn we exist.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70916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4663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a 90-day pilot · 3 clinics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5120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 first. If outcomes &gt; baseline, we move to deep integration.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6126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hello@eegbase.com  ·  eegbase.vercel.app/mendi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EEGBase × Mendi — Clinical Partnership Proposal</dc:title>
  <dc:subject>Partnership pitch · Q2 2026</dc:subject>
  <dc:creator>EEGBase</dc:creator>
  <cp:lastModifiedBy>EEGBase</cp:lastModifiedBy>
  <cp:revision>1</cp:revision>
  <dcterms:created xsi:type="dcterms:W3CDTF">2026-05-08T04:04:28Z</dcterms:created>
  <dcterms:modified xsi:type="dcterms:W3CDTF">2026-05-08T04:04:28Z</dcterms:modified>
</cp:coreProperties>
</file>